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DDE8D-8B1E-4B31-90BB-4E4C5EB30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6DAA28-EF86-46F8-ADBF-850F737E5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FAB92-8863-4A16-804A-15BAE3C7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EF6FDF-30CF-4766-97A5-5A42EF01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51F915-620A-4238-85B6-28353AC4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9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AB76B-0930-4C6F-9EC9-7BEF5E9E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8C14FF-E1C8-4040-A32C-F88F35558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E950D-ED3D-494E-A3F0-ABBED4EE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1DA215-EEEC-403F-B6C5-0A3F3CA7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415444-78F2-4259-BFBD-592C322A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65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D2A67-0A3A-40BB-A4C1-A3348ADF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B24263-2DC6-482A-94E9-A5B100DBF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CBCD15-B5EF-4402-AA46-90EFC85D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63931D-06DD-4B2A-BC45-62F00AA2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35121-BDAC-49B4-A296-A157CD4B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081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8E89B-4B50-458C-9BD0-699DC3BB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18B36E-E8CC-4AE8-B1C5-1FC9C0ACC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9F0ED9-62CB-479A-A27D-195A61571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E48914-97AA-452F-A1F8-6F062D67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EF0502-81FB-4D3E-939A-85D5A537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16B2C-B791-464B-9C9A-AF6F4BB6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9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4EB8D-85DA-40A2-80A2-666671BF1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5B3B11-7F7C-4876-B8B8-B8BC4ED44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EBA5BE-97C6-4724-9102-53E1EAA61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D815C7-EEDF-4045-B804-8D4D13866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C868704-F448-432B-ABAC-1824FB9C2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05E53B-A4B5-4E95-9909-08276A34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39C338-E78B-4A88-94F9-D5D41272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F46A24-7315-45C5-AD80-E0D5A5BF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7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99DBF-7766-4372-832C-F563473F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92092A-0345-439F-A3B8-15062AF3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BE8F37-4DFC-4435-8B0E-23EE6FB2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DDF29A-5500-4722-804F-17F84E57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31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28212C-DAA0-41B0-8058-C51F10D1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F3D4DA-1A80-4C19-98DB-A8738339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85D036-0D47-47AE-A4FA-4AF49402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7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74D10-F7A3-4107-83C8-82CA2713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D513AA-837F-4618-ACE1-FEC45FEAC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E6426A-859F-4D81-8CF9-7F4CD5D62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BE4308-E800-4E14-8EAB-7CE55499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DE1104-10A1-494A-9FB4-02A379B2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AAF976-CC17-4D71-B4C1-E979E132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97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6CFEC-AF49-4201-8683-F1375073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A252A5-5B39-4CF0-96A1-DEE737F17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8E1A83-9541-410A-B85B-1E34C714E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81BEE5-B52E-420F-AA4E-B54DEE06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108BB3-59D9-477F-B403-139AEBC0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15BDC8-B17E-42F5-8A4D-D13A1DC0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75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0B515-FE9B-410C-98B3-00CF6E9C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68108F-85EB-4260-889F-6F19B4F82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12811C-2FF6-4468-AF9F-795CA66C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C5A205-F5CB-4FD8-A655-A1A23AC4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F7A3B0-F16C-4EBD-8FA4-B1A6B7DC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86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B209854-218F-4B96-837F-5E3B6FC82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6B2570-A6B2-4B96-8117-50D33951A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131235-2000-4E4B-BF25-A3FF7CCA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AD63BE-6845-4674-9AE1-55CC5AFE0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2A7926-7438-43C3-88C6-51DE8C48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802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EE2FB-E0EF-4F49-8793-38A08F221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9F1BE-4B77-41B8-A1A2-97862D82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2D10C8-505A-45AA-9EEA-2789AE821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F3B5C-E6EC-45E3-8915-BC5031EF637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C13B06-2C54-40DB-8AD1-B39A25AC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FE7EE6-E7E0-4C60-9EE6-3DA14CB70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1C68E-A227-4B55-BDC0-B0D73FD15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68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BEEFD-B7BF-4D9D-A7DD-856F9A947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396"/>
            <a:ext cx="9144000" cy="891788"/>
          </a:xfrm>
        </p:spPr>
        <p:txBody>
          <a:bodyPr>
            <a:normAutofit fontScale="90000"/>
          </a:bodyPr>
          <a:lstStyle/>
          <a:p>
            <a:r>
              <a:rPr lang="en-US" dirty="0"/>
              <a:t>Math-website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E4A76-05E0-499E-A2B6-C004677DCF23}"/>
              </a:ext>
            </a:extLst>
          </p:cNvPr>
          <p:cNvSpPr txBox="1"/>
          <p:nvPr/>
        </p:nvSpPr>
        <p:spPr>
          <a:xfrm>
            <a:off x="259493" y="5636851"/>
            <a:ext cx="5498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Жирнов Леонид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29A36-9113-41E5-A55D-65E27317B605}"/>
              </a:ext>
            </a:extLst>
          </p:cNvPr>
          <p:cNvSpPr txBox="1"/>
          <p:nvPr/>
        </p:nvSpPr>
        <p:spPr>
          <a:xfrm>
            <a:off x="8647672" y="5636850"/>
            <a:ext cx="33507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Бушуев Лев</a:t>
            </a:r>
          </a:p>
        </p:txBody>
      </p:sp>
    </p:spTree>
    <p:extLst>
      <p:ext uri="{BB962C8B-B14F-4D97-AF65-F5344CB8AC3E}">
        <p14:creationId xmlns:p14="http://schemas.microsoft.com/office/powerpoint/2010/main" val="143913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D40933-093C-41DB-A257-9FA7F003FBBF}"/>
              </a:ext>
            </a:extLst>
          </p:cNvPr>
          <p:cNvSpPr txBox="1"/>
          <p:nvPr/>
        </p:nvSpPr>
        <p:spPr>
          <a:xfrm>
            <a:off x="137468" y="0"/>
            <a:ext cx="1126781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Общая идея</a:t>
            </a:r>
            <a:r>
              <a:rPr lang="en-US" sz="32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u-RU" sz="32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 </a:t>
            </a:r>
            <a:endParaRPr lang="ru-RU" sz="3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1" dirty="0">
                <a:effectLst/>
                <a:latin typeface="Consolas" panose="020B0609020204030204" pitchFamily="49" charset="0"/>
              </a:rPr>
              <a:t>Сайт для практики математики с адаптивным подбором задач, автоматической проверкой, системой прогресса и встроенным ИИ-помощником.</a:t>
            </a:r>
          </a:p>
          <a:p>
            <a:br>
              <a:rPr lang="ru-RU" sz="2800" b="1" dirty="0">
                <a:effectLst/>
                <a:latin typeface="Consolas" panose="020B0609020204030204" pitchFamily="49" charset="0"/>
              </a:rPr>
            </a:br>
            <a:r>
              <a:rPr lang="ru-RU" sz="2800" b="1" dirty="0">
                <a:effectLst/>
                <a:latin typeface="Consolas" panose="020B0609020204030204" pitchFamily="49" charset="0"/>
              </a:rPr>
              <a:t>Сайт должен:</a:t>
            </a:r>
          </a:p>
          <a:p>
            <a:r>
              <a:rPr lang="ru-RU" sz="2800" b="1" dirty="0">
                <a:effectLst/>
                <a:latin typeface="Consolas" panose="020B0609020204030204" pitchFamily="49" charset="0"/>
              </a:rPr>
              <a:t>- подбирать задачи по выбранным теме и уровню  </a:t>
            </a:r>
          </a:p>
          <a:p>
            <a:r>
              <a:rPr lang="ru-RU" sz="2800" b="1" dirty="0">
                <a:effectLst/>
                <a:latin typeface="Consolas" panose="020B0609020204030204" pitchFamily="49" charset="0"/>
              </a:rPr>
              <a:t>- объяснять ошибки  </a:t>
            </a:r>
          </a:p>
          <a:p>
            <a:r>
              <a:rPr lang="ru-RU" sz="2800" b="1" dirty="0">
                <a:effectLst/>
                <a:latin typeface="Consolas" panose="020B0609020204030204" pitchFamily="49" charset="0"/>
              </a:rPr>
              <a:t>- отслеживать прогресс 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A0296-A56B-4260-9A50-EC261960A151}"/>
              </a:ext>
            </a:extLst>
          </p:cNvPr>
          <p:cNvSpPr txBox="1"/>
          <p:nvPr/>
        </p:nvSpPr>
        <p:spPr>
          <a:xfrm>
            <a:off x="137468" y="4258179"/>
            <a:ext cx="10651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Как появилась идея</a:t>
            </a:r>
            <a:r>
              <a:rPr lang="en-US" sz="24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u-RU" sz="24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ru-RU" sz="2800" b="1" dirty="0">
                <a:latin typeface="Consolas" panose="020B0609020204030204" pitchFamily="49" charset="0"/>
              </a:rPr>
              <a:t>Нам со Львом нравится математика</a:t>
            </a:r>
            <a:r>
              <a:rPr lang="en-US" sz="2800" b="1" dirty="0">
                <a:latin typeface="Consolas" panose="020B0609020204030204" pitchFamily="49" charset="0"/>
              </a:rPr>
              <a:t>, </a:t>
            </a:r>
            <a:r>
              <a:rPr lang="ru-RU" sz="2800" b="1" dirty="0">
                <a:latin typeface="Consolas" panose="020B0609020204030204" pitchFamily="49" charset="0"/>
              </a:rPr>
              <a:t>и мы решили сделать</a:t>
            </a:r>
            <a:r>
              <a:rPr lang="en-US" sz="2800" b="1" dirty="0">
                <a:latin typeface="Consolas" panose="020B0609020204030204" pitchFamily="49" charset="0"/>
              </a:rPr>
              <a:t> </a:t>
            </a:r>
            <a:r>
              <a:rPr lang="ru-RU" sz="2800" b="1" dirty="0">
                <a:latin typeface="Consolas" panose="020B0609020204030204" pitchFamily="49" charset="0"/>
              </a:rPr>
              <a:t>проект связанный с математикой</a:t>
            </a:r>
            <a:r>
              <a:rPr lang="en-US" sz="2800" b="1" dirty="0">
                <a:latin typeface="Consolas" panose="020B0609020204030204" pitchFamily="49" charset="0"/>
              </a:rPr>
              <a:t>.</a:t>
            </a:r>
            <a:endParaRPr lang="ru-RU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0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CAAA01-3E39-4B31-BACE-0892FE44555D}"/>
              </a:ext>
            </a:extLst>
          </p:cNvPr>
          <p:cNvSpPr txBox="1"/>
          <p:nvPr/>
        </p:nvSpPr>
        <p:spPr>
          <a:xfrm>
            <a:off x="347534" y="76363"/>
            <a:ext cx="113666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Платформа и технологии  </a:t>
            </a:r>
            <a:endParaRPr lang="ru-RU" sz="2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1" dirty="0">
                <a:effectLst/>
                <a:latin typeface="Consolas" panose="020B0609020204030204" pitchFamily="49" charset="0"/>
              </a:rPr>
              <a:t>Backend:</a:t>
            </a:r>
            <a:endParaRPr lang="en-US" sz="2800" b="0" dirty="0">
              <a:effectLst/>
              <a:latin typeface="Consolas" panose="020B0609020204030204" pitchFamily="49" charset="0"/>
            </a:endParaRPr>
          </a:p>
          <a:p>
            <a:pPr marL="457200" indent="-457200">
              <a:buFontTx/>
              <a:buChar char="-"/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Python (flask)</a:t>
            </a:r>
            <a:endParaRPr lang="ru-RU" sz="2800" b="0" dirty="0"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effectLst/>
                <a:latin typeface="Consolas" panose="020B0609020204030204" pitchFamily="49" charset="0"/>
              </a:rPr>
            </a:br>
            <a:r>
              <a:rPr lang="ru-RU" sz="2800" b="1" dirty="0">
                <a:effectLst/>
                <a:latin typeface="Consolas" panose="020B0609020204030204" pitchFamily="49" charset="0"/>
              </a:rPr>
              <a:t>База данных:</a:t>
            </a:r>
            <a:r>
              <a:rPr lang="ru-RU" sz="2800" b="0" dirty="0">
                <a:effectLst/>
                <a:latin typeface="Consolas" panose="020B0609020204030204" pitchFamily="49" charset="0"/>
              </a:rPr>
              <a:t>  </a:t>
            </a:r>
          </a:p>
          <a:p>
            <a:pPr marL="457200" indent="-457200">
              <a:buFontTx/>
              <a:buChar char="-"/>
            </a:pPr>
            <a:r>
              <a:rPr lang="en-US" sz="2800" b="0" dirty="0" err="1">
                <a:effectLst/>
                <a:latin typeface="Consolas" panose="020B0609020204030204" pitchFamily="49" charset="0"/>
              </a:rPr>
              <a:t>Sqlalchemy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ru-RU" sz="2800" dirty="0">
                <a:latin typeface="Consolas" panose="020B0609020204030204" pitchFamily="49" charset="0"/>
              </a:rPr>
              <a:t>таблица</a:t>
            </a:r>
            <a:r>
              <a:rPr lang="en-US" sz="2800" dirty="0">
                <a:latin typeface="Consolas" panose="020B0609020204030204" pitchFamily="49" charset="0"/>
              </a:rPr>
              <a:t>, user)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  </a:t>
            </a:r>
            <a:endParaRPr lang="ru-RU" sz="2800" dirty="0">
              <a:latin typeface="Consolas" panose="020B0609020204030204" pitchFamily="49" charset="0"/>
            </a:endParaRPr>
          </a:p>
          <a:p>
            <a:br>
              <a:rPr lang="en-US" sz="2800" b="0" dirty="0">
                <a:effectLst/>
                <a:latin typeface="Consolas" panose="020B0609020204030204" pitchFamily="49" charset="0"/>
              </a:rPr>
            </a:br>
            <a:r>
              <a:rPr lang="ru-RU" sz="2800" b="1" dirty="0">
                <a:effectLst/>
                <a:latin typeface="Consolas" panose="020B0609020204030204" pitchFamily="49" charset="0"/>
              </a:rPr>
              <a:t>ИИ-помощник:</a:t>
            </a:r>
            <a:r>
              <a:rPr lang="ru-RU" sz="2800" b="0" dirty="0"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- </a:t>
            </a:r>
            <a:r>
              <a:rPr lang="en-US" sz="2800" b="0" dirty="0" err="1">
                <a:effectLst/>
                <a:latin typeface="Consolas" panose="020B0609020204030204" pitchFamily="49" charset="0"/>
              </a:rPr>
              <a:t>huggingface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 AP</a:t>
            </a:r>
            <a:r>
              <a:rPr lang="en-US" sz="2800" dirty="0">
                <a:latin typeface="Consolas" panose="020B0609020204030204" pitchFamily="49" charset="0"/>
              </a:rPr>
              <a:t>I(</a:t>
            </a:r>
            <a:r>
              <a:rPr lang="ru-RU" sz="2800" dirty="0">
                <a:latin typeface="Consolas" panose="020B0609020204030204" pitchFamily="49" charset="0"/>
              </a:rPr>
              <a:t>база данных с задачами)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80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5F7B01-87E6-4EE4-91CD-31E4439447FD}"/>
              </a:ext>
            </a:extLst>
          </p:cNvPr>
          <p:cNvSpPr txBox="1"/>
          <p:nvPr/>
        </p:nvSpPr>
        <p:spPr>
          <a:xfrm>
            <a:off x="95249" y="108793"/>
            <a:ext cx="82146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Основной функционал  </a:t>
            </a:r>
            <a:endParaRPr lang="ru-RU" sz="2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- Система задач</a:t>
            </a:r>
          </a:p>
          <a:p>
            <a:br>
              <a:rPr lang="ru-RU" sz="2800" b="0" dirty="0">
                <a:effectLst/>
                <a:latin typeface="Consolas" panose="020B0609020204030204" pitchFamily="49" charset="0"/>
              </a:rPr>
            </a:br>
            <a:r>
              <a:rPr lang="ru-RU" sz="2800" b="0" dirty="0">
                <a:effectLst/>
                <a:latin typeface="Consolas" panose="020B0609020204030204" pitchFamily="49" charset="0"/>
              </a:rPr>
              <a:t>- Разделение по:</a:t>
            </a: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  - темам (алгебра, геометрия и т.д.)</a:t>
            </a: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  - уровням сложности (1–10)</a:t>
            </a:r>
          </a:p>
          <a:p>
            <a:endParaRPr lang="ru-RU" sz="2800" dirty="0">
              <a:latin typeface="Consolas" panose="020B0609020204030204" pitchFamily="49" charset="0"/>
            </a:endParaRPr>
          </a:p>
          <a:p>
            <a:r>
              <a:rPr lang="ru-RU" sz="2800" b="0" dirty="0">
                <a:effectLst/>
                <a:latin typeface="Consolas" panose="020B0609020204030204" pitchFamily="49" charset="0"/>
              </a:rPr>
              <a:t>- достижения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8B283-016B-4D34-9044-D3E00BBFDB2A}"/>
              </a:ext>
            </a:extLst>
          </p:cNvPr>
          <p:cNvSpPr txBox="1"/>
          <p:nvPr/>
        </p:nvSpPr>
        <p:spPr>
          <a:xfrm>
            <a:off x="95249" y="3813254"/>
            <a:ext cx="61104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Ограничения</a:t>
            </a:r>
          </a:p>
          <a:p>
            <a:r>
              <a:rPr lang="ru-RU" sz="2800" b="1" dirty="0">
                <a:latin typeface="Consolas" panose="020B0609020204030204" pitchFamily="49" charset="0"/>
              </a:rPr>
              <a:t>- 15 секунд – 1 запрос к ИИ</a:t>
            </a:r>
            <a:endParaRPr lang="ru-RU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7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996EF-4544-42D7-B262-21371A1C1661}"/>
              </a:ext>
            </a:extLst>
          </p:cNvPr>
          <p:cNvSpPr txBox="1"/>
          <p:nvPr/>
        </p:nvSpPr>
        <p:spPr>
          <a:xfrm>
            <a:off x="1458097" y="1204785"/>
            <a:ext cx="8915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/>
              <a:t>Спасибо за внимание!!!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58F049-BFC8-3EBD-CBC9-30B644C88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97" y="2344380"/>
            <a:ext cx="9499600" cy="316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740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138</Words>
  <Application>Microsoft Office PowerPoint</Application>
  <PresentationFormat>Широкоэкранный</PresentationFormat>
  <Paragraphs>28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Тема Office</vt:lpstr>
      <vt:lpstr>Math-website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Math-website</dc:title>
  <dc:creator>Ид Лобо</dc:creator>
  <cp:lastModifiedBy>Lev Bushuev</cp:lastModifiedBy>
  <cp:revision>4</cp:revision>
  <dcterms:created xsi:type="dcterms:W3CDTF">2026-04-11T09:29:23Z</dcterms:created>
  <dcterms:modified xsi:type="dcterms:W3CDTF">2026-04-14T12:05:14Z</dcterms:modified>
</cp:coreProperties>
</file>